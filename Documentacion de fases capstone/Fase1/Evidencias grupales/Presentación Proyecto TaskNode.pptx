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42BC2-2560-4275-9031-802BB7B24FE9}" v="2" dt="2026-08-24T23:02:09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Rivera" userId="4ed3d0107b9a588e" providerId="LiveId" clId="{1014A97C-CE41-4297-AD16-74D25054BF1C}"/>
    <pc:docChg chg="undo custSel delSld modSld">
      <pc:chgData name="Alexander Rivera" userId="4ed3d0107b9a588e" providerId="LiveId" clId="{1014A97C-CE41-4297-AD16-74D25054BF1C}" dt="2026-08-24T23:03:38.951" v="338" actId="20577"/>
      <pc:docMkLst>
        <pc:docMk/>
      </pc:docMkLst>
      <pc:sldChg chg="delSp modSp mod">
        <pc:chgData name="Alexander Rivera" userId="4ed3d0107b9a588e" providerId="LiveId" clId="{1014A97C-CE41-4297-AD16-74D25054BF1C}" dt="2026-08-24T23:03:38.951" v="338" actId="20577"/>
        <pc:sldMkLst>
          <pc:docMk/>
          <pc:sldMk cId="0" sldId="256"/>
        </pc:sldMkLst>
        <pc:spChg chg="mod">
          <ac:chgData name="Alexander Rivera" userId="4ed3d0107b9a588e" providerId="LiveId" clId="{1014A97C-CE41-4297-AD16-74D25054BF1C}" dt="2026-08-24T23:00:00.784" v="19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lexander Rivera" userId="4ed3d0107b9a588e" providerId="LiveId" clId="{1014A97C-CE41-4297-AD16-74D25054BF1C}" dt="2026-08-24T23:00:07.985" v="19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lexander Rivera" userId="4ed3d0107b9a588e" providerId="LiveId" clId="{1014A97C-CE41-4297-AD16-74D25054BF1C}" dt="2026-08-24T23:03:38.951" v="338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Alexander Rivera" userId="4ed3d0107b9a588e" providerId="LiveId" clId="{1014A97C-CE41-4297-AD16-74D25054BF1C}" dt="2026-08-24T20:41:58.595" v="2"/>
          <ac:spMkLst>
            <pc:docMk/>
            <pc:sldMk cId="0" sldId="256"/>
            <ac:spMk id="7" creationId="{00000000-0000-0000-0000-000000000000}"/>
          </ac:spMkLst>
        </pc:spChg>
        <pc:picChg chg="del">
          <ac:chgData name="Alexander Rivera" userId="4ed3d0107b9a588e" providerId="LiveId" clId="{1014A97C-CE41-4297-AD16-74D25054BF1C}" dt="2026-08-24T20:42:02.323" v="3" actId="478"/>
          <ac:picMkLst>
            <pc:docMk/>
            <pc:sldMk cId="0" sldId="256"/>
            <ac:picMk id="6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2:59:57.396" v="192" actId="21"/>
          <ac:picMkLst>
            <pc:docMk/>
            <pc:sldMk cId="0" sldId="256"/>
            <ac:picMk id="8" creationId="{00000000-0000-0000-0000-000000000000}"/>
          </ac:picMkLst>
        </pc:picChg>
      </pc:sldChg>
      <pc:sldChg chg="delSp modSp mod">
        <pc:chgData name="Alexander Rivera" userId="4ed3d0107b9a588e" providerId="LiveId" clId="{1014A97C-CE41-4297-AD16-74D25054BF1C}" dt="2026-08-24T23:00:12.431" v="197" actId="478"/>
        <pc:sldMkLst>
          <pc:docMk/>
          <pc:sldMk cId="0" sldId="257"/>
        </pc:sldMkLst>
        <pc:spChg chg="del mod">
          <ac:chgData name="Alexander Rivera" userId="4ed3d0107b9a588e" providerId="LiveId" clId="{1014A97C-CE41-4297-AD16-74D25054BF1C}" dt="2026-08-24T20:42:16.179" v="7"/>
          <ac:spMkLst>
            <pc:docMk/>
            <pc:sldMk cId="0" sldId="257"/>
            <ac:spMk id="5" creationId="{00000000-0000-0000-0000-000000000000}"/>
          </ac:spMkLst>
        </pc:spChg>
        <pc:picChg chg="del">
          <ac:chgData name="Alexander Rivera" userId="4ed3d0107b9a588e" providerId="LiveId" clId="{1014A97C-CE41-4297-AD16-74D25054BF1C}" dt="2026-08-24T23:00:12.431" v="197" actId="478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0:42:16.178" v="5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0:10.624" v="196" actId="478"/>
          <ac:picMkLst>
            <pc:docMk/>
            <pc:sldMk cId="0" sldId="257"/>
            <ac:picMk id="9" creationId="{00000000-0000-0000-0000-000000000000}"/>
          </ac:picMkLst>
        </pc:picChg>
      </pc:sldChg>
      <pc:sldChg chg="delSp modSp mod">
        <pc:chgData name="Alexander Rivera" userId="4ed3d0107b9a588e" providerId="LiveId" clId="{1014A97C-CE41-4297-AD16-74D25054BF1C}" dt="2026-08-24T23:00:49.101" v="201"/>
        <pc:sldMkLst>
          <pc:docMk/>
          <pc:sldMk cId="0" sldId="258"/>
        </pc:sldMkLst>
        <pc:spChg chg="del mod">
          <ac:chgData name="Alexander Rivera" userId="4ed3d0107b9a588e" providerId="LiveId" clId="{1014A97C-CE41-4297-AD16-74D25054BF1C}" dt="2026-08-24T23:00:49.101" v="201"/>
          <ac:spMkLst>
            <pc:docMk/>
            <pc:sldMk cId="0" sldId="258"/>
            <ac:spMk id="5" creationId="{00000000-0000-0000-0000-000000000000}"/>
          </ac:spMkLst>
        </pc:spChg>
        <pc:picChg chg="del">
          <ac:chgData name="Alexander Rivera" userId="4ed3d0107b9a588e" providerId="LiveId" clId="{1014A97C-CE41-4297-AD16-74D25054BF1C}" dt="2026-08-24T23:00:49.085" v="199" actId="478"/>
          <ac:picMkLst>
            <pc:docMk/>
            <pc:sldMk cId="0" sldId="258"/>
            <ac:picMk id="4" creationId="{00000000-0000-0000-0000-000000000000}"/>
          </ac:picMkLst>
        </pc:picChg>
      </pc:sldChg>
      <pc:sldChg chg="delSp modSp mod">
        <pc:chgData name="Alexander Rivera" userId="4ed3d0107b9a588e" providerId="LiveId" clId="{1014A97C-CE41-4297-AD16-74D25054BF1C}" dt="2026-08-24T23:01:41.992" v="219" actId="1076"/>
        <pc:sldMkLst>
          <pc:docMk/>
          <pc:sldMk cId="0" sldId="259"/>
        </pc:sldMkLst>
        <pc:spChg chg="del mod">
          <ac:chgData name="Alexander Rivera" userId="4ed3d0107b9a588e" providerId="LiveId" clId="{1014A97C-CE41-4297-AD16-74D25054BF1C}" dt="2026-08-24T23:00:57.738" v="203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lexander Rivera" userId="4ed3d0107b9a588e" providerId="LiveId" clId="{1014A97C-CE41-4297-AD16-74D25054BF1C}" dt="2026-08-24T23:01:41.992" v="219" actId="1076"/>
          <ac:spMkLst>
            <pc:docMk/>
            <pc:sldMk cId="0" sldId="259"/>
            <ac:spMk id="27" creationId="{00000000-0000-0000-0000-000000000000}"/>
          </ac:spMkLst>
        </pc:spChg>
        <pc:graphicFrameChg chg="mod modGraphic">
          <ac:chgData name="Alexander Rivera" userId="4ed3d0107b9a588e" providerId="LiveId" clId="{1014A97C-CE41-4297-AD16-74D25054BF1C}" dt="2026-08-24T23:01:34.581" v="218" actId="14100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">
          <ac:chgData name="Alexander Rivera" userId="4ed3d0107b9a588e" providerId="LiveId" clId="{1014A97C-CE41-4297-AD16-74D25054BF1C}" dt="2026-08-24T23:01:19.282" v="213" actId="478"/>
          <ac:picMkLst>
            <pc:docMk/>
            <pc:sldMk cId="0" sldId="259"/>
            <ac:picMk id="3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11.110" v="210" actId="478"/>
          <ac:picMkLst>
            <pc:docMk/>
            <pc:sldMk cId="0" sldId="259"/>
            <ac:picMk id="18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12.910" v="211" actId="478"/>
          <ac:picMkLst>
            <pc:docMk/>
            <pc:sldMk cId="0" sldId="259"/>
            <ac:picMk id="19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09.263" v="209" actId="478"/>
          <ac:picMkLst>
            <pc:docMk/>
            <pc:sldMk cId="0" sldId="259"/>
            <ac:picMk id="20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02.187" v="205" actId="478"/>
          <ac:picMkLst>
            <pc:docMk/>
            <pc:sldMk cId="0" sldId="259"/>
            <ac:picMk id="21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07.074" v="208" actId="478"/>
          <ac:picMkLst>
            <pc:docMk/>
            <pc:sldMk cId="0" sldId="259"/>
            <ac:picMk id="22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05.437" v="207" actId="478"/>
          <ac:picMkLst>
            <pc:docMk/>
            <pc:sldMk cId="0" sldId="259"/>
            <ac:picMk id="23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03.709" v="206" actId="478"/>
          <ac:picMkLst>
            <pc:docMk/>
            <pc:sldMk cId="0" sldId="259"/>
            <ac:picMk id="24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00.677" v="204" actId="478"/>
          <ac:picMkLst>
            <pc:docMk/>
            <pc:sldMk cId="0" sldId="259"/>
            <ac:picMk id="25" creationId="{00000000-0000-0000-0000-000000000000}"/>
          </ac:picMkLst>
        </pc:picChg>
      </pc:sldChg>
      <pc:sldChg chg="addSp delSp modSp mod">
        <pc:chgData name="Alexander Rivera" userId="4ed3d0107b9a588e" providerId="LiveId" clId="{1014A97C-CE41-4297-AD16-74D25054BF1C}" dt="2026-08-24T23:02:08.655" v="232"/>
        <pc:sldMkLst>
          <pc:docMk/>
          <pc:sldMk cId="0" sldId="260"/>
        </pc:sldMkLst>
        <pc:spChg chg="del mod">
          <ac:chgData name="Alexander Rivera" userId="4ed3d0107b9a588e" providerId="LiveId" clId="{1014A97C-CE41-4297-AD16-74D25054BF1C}" dt="2026-08-24T23:01:49.259" v="223"/>
          <ac:spMkLst>
            <pc:docMk/>
            <pc:sldMk cId="0" sldId="260"/>
            <ac:spMk id="7" creationId="{00000000-0000-0000-0000-000000000000}"/>
          </ac:spMkLst>
        </pc:spChg>
        <pc:spChg chg="add del mod">
          <ac:chgData name="Alexander Rivera" userId="4ed3d0107b9a588e" providerId="LiveId" clId="{1014A97C-CE41-4297-AD16-74D25054BF1C}" dt="2026-08-24T23:02:08.655" v="232"/>
          <ac:spMkLst>
            <pc:docMk/>
            <pc:sldMk cId="0" sldId="260"/>
            <ac:spMk id="19" creationId="{543405E2-9CFD-E311-6107-74FBE7597462}"/>
          </ac:spMkLst>
        </pc:spChg>
        <pc:picChg chg="del">
          <ac:chgData name="Alexander Rivera" userId="4ed3d0107b9a588e" providerId="LiveId" clId="{1014A97C-CE41-4297-AD16-74D25054BF1C}" dt="2026-08-24T23:02:05.961" v="229" actId="478"/>
          <ac:picMkLst>
            <pc:docMk/>
            <pc:sldMk cId="0" sldId="260"/>
            <ac:picMk id="2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49.257" v="2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mod">
        <pc:chgData name="Alexander Rivera" userId="4ed3d0107b9a588e" providerId="LiveId" clId="{1014A97C-CE41-4297-AD16-74D25054BF1C}" dt="2026-08-24T23:02:15.668" v="236"/>
        <pc:sldMkLst>
          <pc:docMk/>
          <pc:sldMk cId="0" sldId="261"/>
        </pc:sldMkLst>
        <pc:spChg chg="del mod">
          <ac:chgData name="Alexander Rivera" userId="4ed3d0107b9a588e" providerId="LiveId" clId="{1014A97C-CE41-4297-AD16-74D25054BF1C}" dt="2026-08-24T23:01:55.200" v="227"/>
          <ac:spMkLst>
            <pc:docMk/>
            <pc:sldMk cId="0" sldId="261"/>
            <ac:spMk id="6" creationId="{00000000-0000-0000-0000-000000000000}"/>
          </ac:spMkLst>
        </pc:spChg>
        <pc:spChg chg="add del mod">
          <ac:chgData name="Alexander Rivera" userId="4ed3d0107b9a588e" providerId="LiveId" clId="{1014A97C-CE41-4297-AD16-74D25054BF1C}" dt="2026-08-24T23:02:15.668" v="236"/>
          <ac:spMkLst>
            <pc:docMk/>
            <pc:sldMk cId="0" sldId="261"/>
            <ac:spMk id="10" creationId="{182C2443-FD74-CE7A-FE40-C0C3CDE96B5B}"/>
          </ac:spMkLst>
        </pc:spChg>
        <pc:picChg chg="del">
          <ac:chgData name="Alexander Rivera" userId="4ed3d0107b9a588e" providerId="LiveId" clId="{1014A97C-CE41-4297-AD16-74D25054BF1C}" dt="2026-08-24T23:02:00.535" v="228" actId="478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Alexander Rivera" userId="4ed3d0107b9a588e" providerId="LiveId" clId="{1014A97C-CE41-4297-AD16-74D25054BF1C}" dt="2026-08-24T23:02:15.272" v="234" actId="14100"/>
          <ac:picMkLst>
            <pc:docMk/>
            <pc:sldMk cId="0" sldId="261"/>
            <ac:picMk id="4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1:55.200" v="225" actId="478"/>
          <ac:picMkLst>
            <pc:docMk/>
            <pc:sldMk cId="0" sldId="261"/>
            <ac:picMk id="5" creationId="{00000000-0000-0000-0000-000000000000}"/>
          </ac:picMkLst>
        </pc:picChg>
      </pc:sldChg>
      <pc:sldChg chg="delSp modSp mod">
        <pc:chgData name="Alexander Rivera" userId="4ed3d0107b9a588e" providerId="LiveId" clId="{1014A97C-CE41-4297-AD16-74D25054BF1C}" dt="2026-08-24T23:02:38.254" v="241" actId="478"/>
        <pc:sldMkLst>
          <pc:docMk/>
          <pc:sldMk cId="0" sldId="262"/>
        </pc:sldMkLst>
        <pc:spChg chg="del">
          <ac:chgData name="Alexander Rivera" userId="4ed3d0107b9a588e" providerId="LiveId" clId="{1014A97C-CE41-4297-AD16-74D25054BF1C}" dt="2026-08-24T23:02:22.468" v="237" actId="478"/>
          <ac:spMkLst>
            <pc:docMk/>
            <pc:sldMk cId="0" sldId="262"/>
            <ac:spMk id="5" creationId="{00000000-0000-0000-0000-000000000000}"/>
          </ac:spMkLst>
        </pc:spChg>
        <pc:picChg chg="del">
          <ac:chgData name="Alexander Rivera" userId="4ed3d0107b9a588e" providerId="LiveId" clId="{1014A97C-CE41-4297-AD16-74D25054BF1C}" dt="2026-08-24T23:02:38.254" v="241" actId="478"/>
          <ac:picMkLst>
            <pc:docMk/>
            <pc:sldMk cId="0" sldId="262"/>
            <ac:picMk id="3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2:28.049" v="238" actId="478"/>
          <ac:picMkLst>
            <pc:docMk/>
            <pc:sldMk cId="0" sldId="262"/>
            <ac:picMk id="4" creationId="{00000000-0000-0000-0000-000000000000}"/>
          </ac:picMkLst>
        </pc:picChg>
        <pc:picChg chg="del mod">
          <ac:chgData name="Alexander Rivera" userId="4ed3d0107b9a588e" providerId="LiveId" clId="{1014A97C-CE41-4297-AD16-74D25054BF1C}" dt="2026-08-24T23:02:35.885" v="240" actId="478"/>
          <ac:picMkLst>
            <pc:docMk/>
            <pc:sldMk cId="0" sldId="262"/>
            <ac:picMk id="8" creationId="{00000000-0000-0000-0000-000000000000}"/>
          </ac:picMkLst>
        </pc:picChg>
      </pc:sldChg>
      <pc:sldChg chg="delSp modSp mod">
        <pc:chgData name="Alexander Rivera" userId="4ed3d0107b9a588e" providerId="LiveId" clId="{1014A97C-CE41-4297-AD16-74D25054BF1C}" dt="2026-08-24T23:02:46.095" v="246" actId="478"/>
        <pc:sldMkLst>
          <pc:docMk/>
          <pc:sldMk cId="0" sldId="263"/>
        </pc:sldMkLst>
        <pc:spChg chg="del mod">
          <ac:chgData name="Alexander Rivera" userId="4ed3d0107b9a588e" providerId="LiveId" clId="{1014A97C-CE41-4297-AD16-74D25054BF1C}" dt="2026-08-24T23:02:43.901" v="245"/>
          <ac:spMkLst>
            <pc:docMk/>
            <pc:sldMk cId="0" sldId="263"/>
            <ac:spMk id="7" creationId="{00000000-0000-0000-0000-000000000000}"/>
          </ac:spMkLst>
        </pc:spChg>
        <pc:picChg chg="del">
          <ac:chgData name="Alexander Rivera" userId="4ed3d0107b9a588e" providerId="LiveId" clId="{1014A97C-CE41-4297-AD16-74D25054BF1C}" dt="2026-08-24T23:02:46.095" v="246" actId="478"/>
          <ac:picMkLst>
            <pc:docMk/>
            <pc:sldMk cId="0" sldId="263"/>
            <ac:picMk id="2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2:43.901" v="243" actId="478"/>
          <ac:picMkLst>
            <pc:docMk/>
            <pc:sldMk cId="0" sldId="263"/>
            <ac:picMk id="6" creationId="{00000000-0000-0000-0000-000000000000}"/>
          </ac:picMkLst>
        </pc:picChg>
      </pc:sldChg>
      <pc:sldChg chg="delSp modSp mod">
        <pc:chgData name="Alexander Rivera" userId="4ed3d0107b9a588e" providerId="LiveId" clId="{1014A97C-CE41-4297-AD16-74D25054BF1C}" dt="2026-08-24T23:02:56.516" v="251" actId="478"/>
        <pc:sldMkLst>
          <pc:docMk/>
          <pc:sldMk cId="0" sldId="264"/>
        </pc:sldMkLst>
        <pc:spChg chg="del mod">
          <ac:chgData name="Alexander Rivera" userId="4ed3d0107b9a588e" providerId="LiveId" clId="{1014A97C-CE41-4297-AD16-74D25054BF1C}" dt="2026-08-24T23:02:55.371" v="250"/>
          <ac:spMkLst>
            <pc:docMk/>
            <pc:sldMk cId="0" sldId="264"/>
            <ac:spMk id="4" creationId="{00000000-0000-0000-0000-000000000000}"/>
          </ac:spMkLst>
        </pc:spChg>
        <pc:picChg chg="del">
          <ac:chgData name="Alexander Rivera" userId="4ed3d0107b9a588e" providerId="LiveId" clId="{1014A97C-CE41-4297-AD16-74D25054BF1C}" dt="2026-08-24T23:02:55.371" v="248" actId="478"/>
          <ac:picMkLst>
            <pc:docMk/>
            <pc:sldMk cId="0" sldId="264"/>
            <ac:picMk id="3" creationId="{00000000-0000-0000-0000-000000000000}"/>
          </ac:picMkLst>
        </pc:picChg>
        <pc:picChg chg="del">
          <ac:chgData name="Alexander Rivera" userId="4ed3d0107b9a588e" providerId="LiveId" clId="{1014A97C-CE41-4297-AD16-74D25054BF1C}" dt="2026-08-24T23:02:56.516" v="251" actId="478"/>
          <ac:picMkLst>
            <pc:docMk/>
            <pc:sldMk cId="0" sldId="264"/>
            <ac:picMk id="6" creationId="{00000000-0000-0000-0000-000000000000}"/>
          </ac:picMkLst>
        </pc:picChg>
      </pc:sldChg>
      <pc:sldChg chg="del">
        <pc:chgData name="Alexander Rivera" userId="4ed3d0107b9a588e" providerId="LiveId" clId="{1014A97C-CE41-4297-AD16-74D25054BF1C}" dt="2026-08-24T23:03:02.570" v="252" actId="2696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50793" y="1670465"/>
            <a:ext cx="3290411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 dirty="0" err="1">
                <a:solidFill>
                  <a:srgbClr val="0F172A"/>
                </a:solidFill>
                <a:latin typeface="Space Grotesk"/>
              </a:rPr>
              <a:t>TaskNode</a:t>
            </a:r>
            <a:endParaRPr sz="54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6948" y="2964868"/>
            <a:ext cx="76581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64748B"/>
                </a:solidFill>
                <a:latin typeface="DM Sans Medium"/>
              </a:rPr>
              <a:t>SaaS B2B de </a:t>
            </a:r>
            <a:r>
              <a:rPr sz="2400" b="0" i="0" u="none" dirty="0" err="1">
                <a:solidFill>
                  <a:srgbClr val="64748B"/>
                </a:solidFill>
                <a:latin typeface="DM Sans Medium"/>
              </a:rPr>
              <a:t>Gestión</a:t>
            </a:r>
            <a:r>
              <a:rPr sz="2400" b="0" i="0" u="none" dirty="0">
                <a:solidFill>
                  <a:srgbClr val="64748B"/>
                </a:solidFill>
                <a:latin typeface="DM Sans Medium"/>
              </a:rPr>
              <a:t> </a:t>
            </a:r>
            <a:r>
              <a:rPr sz="2400" b="0" i="0" u="none" dirty="0" err="1">
                <a:solidFill>
                  <a:srgbClr val="64748B"/>
                </a:solidFill>
                <a:latin typeface="DM Sans Medium"/>
              </a:rPr>
              <a:t>Operativa</a:t>
            </a:r>
            <a:r>
              <a:rPr sz="2400" b="0" i="0" u="none" dirty="0">
                <a:solidFill>
                  <a:srgbClr val="64748B"/>
                </a:solidFill>
                <a:latin typeface="DM Sans Medium"/>
              </a:rPr>
              <a:t> y </a:t>
            </a:r>
            <a:r>
              <a:rPr sz="2400" b="0" i="0" u="none" dirty="0" err="1">
                <a:solidFill>
                  <a:srgbClr val="64748B"/>
                </a:solidFill>
                <a:latin typeface="DM Sans Medium"/>
              </a:rPr>
              <a:t>Analítica</a:t>
            </a:r>
            <a:r>
              <a:rPr sz="2400" b="0" i="0" u="none" dirty="0">
                <a:solidFill>
                  <a:srgbClr val="64748B"/>
                </a:solidFill>
                <a:latin typeface="DM Sans Medium"/>
              </a:rPr>
              <a:t> </a:t>
            </a:r>
            <a:r>
              <a:rPr sz="2400" b="0" i="0" u="none" dirty="0" err="1">
                <a:solidFill>
                  <a:srgbClr val="64748B"/>
                </a:solidFill>
                <a:latin typeface="DM Sans Medium"/>
              </a:rPr>
              <a:t>en</a:t>
            </a:r>
            <a:r>
              <a:rPr sz="2400" b="0" i="0" u="none" dirty="0">
                <a:solidFill>
                  <a:srgbClr val="64748B"/>
                </a:solidFill>
                <a:latin typeface="DM Sans Medium"/>
              </a:rPr>
              <a:t> </a:t>
            </a:r>
            <a:r>
              <a:rPr sz="2400" b="0" i="0" u="none" dirty="0" err="1">
                <a:solidFill>
                  <a:srgbClr val="64748B"/>
                </a:solidFill>
                <a:latin typeface="DM Sans Medium"/>
              </a:rPr>
              <a:t>Terreno</a:t>
            </a:r>
            <a:endParaRPr sz="2400" b="0" i="0" u="none" dirty="0">
              <a:solidFill>
                <a:srgbClr val="64748B"/>
              </a:solidFill>
              <a:latin typeface="DM Sans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0073" y="6139112"/>
            <a:ext cx="10490713" cy="593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CL" sz="1500" b="1" i="0" u="none" dirty="0">
                <a:solidFill>
                  <a:srgbClr val="334155"/>
                </a:solidFill>
                <a:latin typeface="DM Sans"/>
              </a:rPr>
              <a:t>Integrantes: Sebastián Rivera</a:t>
            </a:r>
            <a:r>
              <a:rPr lang="es-CL" sz="1500" b="1" dirty="0">
                <a:solidFill>
                  <a:srgbClr val="334155"/>
                </a:solidFill>
                <a:latin typeface="DM Sans"/>
              </a:rPr>
              <a:t>  </a:t>
            </a:r>
          </a:p>
          <a:p>
            <a:pPr algn="ctr">
              <a:lnSpc>
                <a:spcPts val="2400"/>
              </a:lnSpc>
            </a:pPr>
            <a:r>
              <a:rPr lang="es-CL" sz="1500" b="1" i="0" u="none" dirty="0">
                <a:solidFill>
                  <a:srgbClr val="334155"/>
                </a:solidFill>
                <a:latin typeface="DM Sans"/>
              </a:rPr>
              <a:t>                       Luciano Tejeda</a:t>
            </a:r>
            <a:endParaRPr sz="1500" b="1" i="0" u="none" dirty="0">
              <a:solidFill>
                <a:srgbClr val="334155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639788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0F172A"/>
                </a:solidFill>
                <a:latin typeface="DM Sans"/>
              </a:rPr>
              <a:t>Desconexión</a:t>
            </a:r>
            <a:r>
              <a:rPr sz="1650" b="1" i="0" u="none" dirty="0">
                <a:solidFill>
                  <a:srgbClr val="0F172A"/>
                </a:solidFill>
                <a:latin typeface="DM Sans"/>
              </a:rPr>
              <a:t> Total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Brecha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tiempo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real entre las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operaciones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la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calle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y la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coordinación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la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oficina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26271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DM Sans"/>
              </a:rPr>
              <a:t>Fuga de Tiempo</a:t>
            </a:r>
            <a:r>
              <a:rPr sz="1650" b="0" i="0" u="none">
                <a:solidFill>
                  <a:srgbClr val="334155"/>
                </a:solidFill>
                <a:latin typeface="DM Sans"/>
              </a:rPr>
              <a:t> Procesos lentos causados por reportes manuales, papel y exceso de burocracia.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12753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DM Sans"/>
              </a:rPr>
              <a:t>Métricas Ciegas</a:t>
            </a:r>
            <a:r>
              <a:rPr sz="1650" b="0" i="0" u="none">
                <a:solidFill>
                  <a:srgbClr val="334155"/>
                </a:solidFill>
                <a:latin typeface="DM Sans"/>
              </a:rPr>
              <a:t> Imposibilidad absoluta de medir el rendimiento real y objetivo de los técnicos.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673125"/>
            <a:ext cx="33337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059608"/>
            <a:ext cx="20002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446091"/>
            <a:ext cx="2667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50" y="476250"/>
            <a:ext cx="114014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Space Grotesk"/>
              </a:rPr>
              <a:t>El Problema: El Dolor del Negocio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" y="1123950"/>
            <a:ext cx="108585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720"/>
            <a:ext cx="51435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1533525"/>
            <a:ext cx="54006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Space Grotesk"/>
              </a:rPr>
              <a:t>Un Ecosistema Conectado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019300"/>
            <a:ext cx="51435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TaskNode elimina la brecha operativa uniendo a los equipos de terreno con la administración central a través de dos interfaces sincronizadas al instante.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762720"/>
            <a:ext cx="51435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3219450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DM Sans"/>
              </a:rPr>
              <a:t>App Móvil (Fricción Cero)</a:t>
            </a:r>
            <a:r>
              <a:rPr sz="1650" b="0" i="0" u="none">
                <a:solidFill>
                  <a:srgbClr val="334155"/>
                </a:solidFill>
                <a:latin typeface="DM Sans"/>
              </a:rPr>
              <a:t> Para que el técnico reporte su trabajo en segundos, sin complicaciones.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605932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DM Sans"/>
              </a:rPr>
              <a:t>Dashboard Analítico Web</a:t>
            </a:r>
            <a:r>
              <a:rPr sz="1650" b="0" i="0" u="none">
                <a:solidFill>
                  <a:srgbClr val="334155"/>
                </a:solidFill>
                <a:latin typeface="DM Sans"/>
              </a:rPr>
              <a:t> Para el monitoreo y coordinación estratégica en tiempo real.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252787"/>
            <a:ext cx="20002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4639270"/>
            <a:ext cx="3048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50" y="476250"/>
            <a:ext cx="114014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Space Grotesk"/>
              </a:rPr>
              <a:t>La Solución: TaskNode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" y="1123950"/>
            <a:ext cx="108585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874787"/>
              </p:ext>
            </p:extLst>
          </p:nvPr>
        </p:nvGraphicFramePr>
        <p:xfrm>
          <a:off x="0" y="1123950"/>
          <a:ext cx="12191999" cy="573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3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0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6810">
                <a:tc>
                  <a:txBody>
                    <a:bodyPr/>
                    <a:lstStyle/>
                    <a:p>
                      <a:pPr algn="l"/>
                      <a:r>
                        <a:rPr sz="1650" b="1" i="0" u="none" dirty="0" err="1">
                          <a:solidFill>
                            <a:srgbClr val="FFFFFF"/>
                          </a:solidFill>
                          <a:latin typeface="Space Grotesk"/>
                        </a:rPr>
                        <a:t>Característica</a:t>
                      </a:r>
                      <a:endParaRPr sz="1650" b="1" i="0" u="none" dirty="0">
                        <a:solidFill>
                          <a:srgbClr val="FFFFFF"/>
                        </a:solidFill>
                        <a:latin typeface="Space Grotesk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 dirty="0" err="1">
                          <a:solidFill>
                            <a:srgbClr val="FFFFFF"/>
                          </a:solidFill>
                          <a:latin typeface="Space Grotesk"/>
                        </a:rPr>
                        <a:t>Estándar</a:t>
                      </a:r>
                      <a:r>
                        <a:rPr sz="1650" b="1" i="0" u="none" dirty="0">
                          <a:solidFill>
                            <a:srgbClr val="FFFFFF"/>
                          </a:solidFill>
                          <a:latin typeface="Space Grotesk"/>
                        </a:rPr>
                        <a:t> (</a:t>
                      </a:r>
                      <a:r>
                        <a:rPr sz="1650" b="1" i="0" u="none" dirty="0" err="1">
                          <a:solidFill>
                            <a:srgbClr val="FFFFFF"/>
                          </a:solidFill>
                          <a:latin typeface="Space Grotesk"/>
                        </a:rPr>
                        <a:t>Ej</a:t>
                      </a:r>
                      <a:r>
                        <a:rPr sz="1650" b="1" i="0" u="none" dirty="0">
                          <a:solidFill>
                            <a:srgbClr val="FFFFFF"/>
                          </a:solidFill>
                          <a:latin typeface="Space Grotesk"/>
                        </a:rPr>
                        <a:t>: </a:t>
                      </a:r>
                      <a:r>
                        <a:rPr sz="1650" b="1" i="0" u="none" dirty="0" err="1">
                          <a:solidFill>
                            <a:srgbClr val="FFFFFF"/>
                          </a:solidFill>
                          <a:latin typeface="Space Grotesk"/>
                        </a:rPr>
                        <a:t>DataScope</a:t>
                      </a:r>
                      <a:r>
                        <a:rPr sz="1650" b="1" i="0" u="none" dirty="0">
                          <a:solidFill>
                            <a:srgbClr val="FFFFFF"/>
                          </a:solidFill>
                          <a:latin typeface="Space Grotesk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TaskNode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81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DM Sans"/>
                        </a:rPr>
                        <a:t>Modelo de Cobro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EF4444"/>
                          </a:solidFill>
                          <a:latin typeface="DM Sans Medium"/>
                        </a:rPr>
                        <a:t>Pago </a:t>
                      </a:r>
                      <a:r>
                        <a:rPr sz="1500" b="0" i="0" u="none" dirty="0" err="1">
                          <a:solidFill>
                            <a:srgbClr val="EF4444"/>
                          </a:solidFill>
                          <a:latin typeface="DM Sans Medium"/>
                        </a:rPr>
                        <a:t>por</a:t>
                      </a:r>
                      <a:r>
                        <a:rPr sz="1500" b="0" i="0" u="none" dirty="0">
                          <a:solidFill>
                            <a:srgbClr val="EF4444"/>
                          </a:solidFill>
                          <a:latin typeface="DM Sans Medium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EF4444"/>
                          </a:solidFill>
                          <a:latin typeface="DM Sans Medium"/>
                        </a:rPr>
                        <a:t>reporte</a:t>
                      </a:r>
                      <a:r>
                        <a:rPr sz="1500" b="0" i="0" u="none" dirty="0">
                          <a:solidFill>
                            <a:srgbClr val="EF4444"/>
                          </a:solidFill>
                          <a:latin typeface="DM Sans Medium"/>
                        </a:rPr>
                        <a:t> / </a:t>
                      </a:r>
                      <a:r>
                        <a:rPr sz="1500" b="0" i="0" u="none" dirty="0" err="1">
                          <a:solidFill>
                            <a:srgbClr val="EF4444"/>
                          </a:solidFill>
                          <a:latin typeface="DM Sans Medium"/>
                        </a:rPr>
                        <a:t>formulario</a:t>
                      </a:r>
                      <a:r>
                        <a:rPr sz="1500" b="0" i="0" u="none" dirty="0">
                          <a:solidFill>
                            <a:srgbClr val="EF4444"/>
                          </a:solidFill>
                          <a:latin typeface="DM Sans Medium"/>
                        </a:rPr>
                        <a:t> ($199+ USD)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DM Sans"/>
                        </a:rPr>
                        <a:t>Tarifa Plana (SaaS)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81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DM Sans"/>
                        </a:rPr>
                        <a:t>Enfoque de Datos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DM Sans Medium"/>
                        </a:rPr>
                        <a:t>Almacenamiento de datos planos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DM Sans"/>
                        </a:rPr>
                        <a:t>Analítica Activa e Inteligente</a:t>
                      </a:r>
                    </a:p>
                  </a:txBody>
                  <a:tcPr marL="3048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81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DM Sans"/>
                        </a:rPr>
                        <a:t>Integridad y Seguridad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DM Sans Medium"/>
                        </a:rPr>
                        <a:t>Alta propensión a manipulación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 err="1">
                          <a:solidFill>
                            <a:srgbClr val="10B981"/>
                          </a:solidFill>
                          <a:latin typeface="DM Sans"/>
                        </a:rPr>
                        <a:t>Validación</a:t>
                      </a:r>
                      <a:r>
                        <a:rPr sz="1500" b="1" i="0" u="none" dirty="0">
                          <a:solidFill>
                            <a:srgbClr val="10B981"/>
                          </a:solidFill>
                          <a:latin typeface="DM Sans"/>
                        </a:rPr>
                        <a:t> Anti-</a:t>
                      </a:r>
                      <a:r>
                        <a:rPr sz="1500" b="1" i="0" u="none" dirty="0" err="1">
                          <a:solidFill>
                            <a:srgbClr val="10B981"/>
                          </a:solidFill>
                          <a:latin typeface="DM Sans"/>
                        </a:rPr>
                        <a:t>fraude</a:t>
                      </a:r>
                      <a:r>
                        <a:rPr sz="1500" b="1" i="0" u="none" dirty="0">
                          <a:solidFill>
                            <a:srgbClr val="10B981"/>
                          </a:solidFill>
                          <a:latin typeface="DM Sans"/>
                        </a:rPr>
                        <a:t> </a:t>
                      </a:r>
                      <a:r>
                        <a:rPr sz="1500" b="1" i="0" u="none" dirty="0" err="1">
                          <a:solidFill>
                            <a:srgbClr val="10B981"/>
                          </a:solidFill>
                          <a:latin typeface="DM Sans"/>
                        </a:rPr>
                        <a:t>Estricta</a:t>
                      </a:r>
                      <a:endParaRPr sz="1500" b="1" i="0" u="none" dirty="0">
                        <a:solidFill>
                          <a:srgbClr val="10B981"/>
                        </a:solidFill>
                        <a:latin typeface="DM Sans"/>
                      </a:endParaRPr>
                    </a:p>
                  </a:txBody>
                  <a:tcPr marL="3048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681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DM Sans"/>
                        </a:rPr>
                        <a:t>Escalabilidad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DM Sans Medium"/>
                        </a:rPr>
                        <a:t>Castiga económicamente el crecimiento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10B981"/>
                          </a:solidFill>
                          <a:latin typeface="DM Sans"/>
                        </a:rPr>
                        <a:t>Crece junto con la </a:t>
                      </a:r>
                      <a:r>
                        <a:rPr sz="1500" b="1" i="0" u="none" dirty="0" err="1">
                          <a:solidFill>
                            <a:srgbClr val="10B981"/>
                          </a:solidFill>
                          <a:latin typeface="DM Sans"/>
                        </a:rPr>
                        <a:t>operación</a:t>
                      </a:r>
                      <a:endParaRPr sz="1500" b="1" i="0" u="none" dirty="0">
                        <a:solidFill>
                          <a:srgbClr val="10B981"/>
                        </a:solidFill>
                        <a:latin typeface="DM Sans"/>
                      </a:endParaRP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66750" y="2276475"/>
            <a:ext cx="3257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24300" y="2276475"/>
            <a:ext cx="4118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2523" y="2276475"/>
            <a:ext cx="348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6750" y="3371850"/>
            <a:ext cx="3257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24300" y="3371850"/>
            <a:ext cx="4118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2523" y="3371850"/>
            <a:ext cx="348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750" y="4162425"/>
            <a:ext cx="3257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24300" y="4162425"/>
            <a:ext cx="4118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2523" y="4162425"/>
            <a:ext cx="348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6750" y="5257800"/>
            <a:ext cx="3257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24300" y="5257800"/>
            <a:ext cx="4118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2523" y="5257800"/>
            <a:ext cx="34827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6750" y="476250"/>
            <a:ext cx="114014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Space Grotesk"/>
              </a:rPr>
              <a:t>Diferenciador Comercial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833562"/>
            <a:ext cx="3429000" cy="3771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833562"/>
            <a:ext cx="3429000" cy="3771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833562"/>
            <a:ext cx="342900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76161" y="3071812"/>
            <a:ext cx="141017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Space Grotesk"/>
              </a:rPr>
              <a:t>Geocercas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557587"/>
            <a:ext cx="28575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Validación estricta de ubicación. Impide el inicio de tareas o faenas falsas si el técnico no se encuentra físicamente en las coordenadas del cliente.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5872" y="3071812"/>
            <a:ext cx="204025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Space Grotesk"/>
              </a:rPr>
              <a:t>Cámara en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0" y="3557587"/>
            <a:ext cx="28575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Bloqueo de la galería de imágenes del teléfono. Fuerza la captura fotográfica en tiempo real para evitar el uso de fotos recicladas o fraudulentas.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5579" y="3071812"/>
            <a:ext cx="27303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369A1"/>
                </a:solidFill>
                <a:latin typeface="Space Grotesk"/>
              </a:rPr>
              <a:t>Tiempos de 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557587"/>
            <a:ext cx="28575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Los timestamps no dependen de la hora local del dispositivo móvil. Se capturan directamente desde el servidor para asegurar precisión absoluta.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50" y="2309812"/>
            <a:ext cx="53340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2309812"/>
            <a:ext cx="476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5" y="2309812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750" y="476250"/>
            <a:ext cx="114014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Space Grotesk"/>
              </a:rPr>
              <a:t>Fricción Positiva (Integridad de Datos)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" y="1123950"/>
            <a:ext cx="108585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348358"/>
            <a:ext cx="10858500" cy="11230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533525"/>
            <a:ext cx="10858500" cy="4371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205" y="2653158"/>
            <a:ext cx="6719441" cy="5134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476250"/>
            <a:ext cx="114014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Space Grotesk"/>
              </a:rPr>
              <a:t>Motor Analítico: El Algoritmo de Rendimiento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50" y="1123950"/>
            <a:ext cx="108585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1533525"/>
            <a:ext cx="54006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Space Grotesk"/>
              </a:rPr>
              <a:t>Flujo Técnico Robusto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019300"/>
            <a:ext cx="5143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Diseñado para soportar alta demanda sin comprometer la velocidad o integridad de los datos transaccionales.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67025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DM Sans"/>
              </a:rPr>
              <a:t>App y Gateway API:</a:t>
            </a:r>
            <a:r>
              <a:rPr sz="1650" b="0" i="0" u="none">
                <a:solidFill>
                  <a:srgbClr val="334155"/>
                </a:solidFill>
                <a:latin typeface="DM Sans"/>
              </a:rPr>
              <a:t> Uso de FastAPI para concurrencia alta y baja latencia.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53507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DM Sans"/>
              </a:rPr>
              <a:t>Motor Relacional:</a:t>
            </a:r>
            <a:r>
              <a:rPr sz="1650" b="0" i="0" u="none">
                <a:solidFill>
                  <a:srgbClr val="334155"/>
                </a:solidFill>
                <a:latin typeface="DM Sans"/>
              </a:rPr>
              <a:t> PostgreSQL manejando lógica compleja y funciones de ventana.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639990"/>
            <a:ext cx="466725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0F172A"/>
                </a:solidFill>
                <a:latin typeface="DM Sans"/>
              </a:rPr>
              <a:t>Despliegue</a:t>
            </a:r>
            <a:r>
              <a:rPr sz="1650" b="1" i="0" u="none" dirty="0">
                <a:solidFill>
                  <a:srgbClr val="0F172A"/>
                </a:solidFill>
                <a:latin typeface="DM Sans"/>
              </a:rPr>
              <a:t> Cloud: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Infraestructura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alojada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en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Azure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asegurando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alta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DM Sans"/>
              </a:rPr>
              <a:t>disponibilidad</a:t>
            </a:r>
            <a:r>
              <a:rPr sz="16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900362"/>
            <a:ext cx="23812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4286845"/>
            <a:ext cx="2381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673328"/>
            <a:ext cx="333375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6750" y="476250"/>
            <a:ext cx="114014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Space Grotesk"/>
              </a:rPr>
              <a:t>Arquitectura y Escalabilidad (Enterprise-Grade)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50" y="1123950"/>
            <a:ext cx="108585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571500"/>
            <a:ext cx="5550693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Space Grotesk"/>
              </a:rPr>
              <a:t>Metodología de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19200"/>
            <a:ext cx="5286375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5905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660624"/>
            <a:ext cx="55506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Space Grotesk"/>
              </a:rPr>
              <a:t>Gestión Ágil: Kanban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46399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DM Sans"/>
              </a:rPr>
              <a:t>Para la ejecución de la Fase 1 y garantizar entregas eficientes, hemos adoptado un flujo de trabajo Kanban continuo.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3532882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DM Sans"/>
              </a:rPr>
              <a:t>Priorización de Sprints.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4201417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DM Sans"/>
              </a:rPr>
              <a:t>Entregas e iteraciones continuas.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4869953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DM Sans"/>
              </a:rPr>
              <a:t>Optimizado para un equipo ágil de desarrollo de dos personas.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6219"/>
            <a:ext cx="2667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34755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03291"/>
            <a:ext cx="3333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71762" y="1504950"/>
            <a:ext cx="68484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DM Sans"/>
              </a:rPr>
              <a:t>Escanea el código para visualizar la captura y analítica en acción.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7" y="47625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0F172A"/>
                </a:solidFill>
                <a:latin typeface="Space Grotesk"/>
              </a:rPr>
              <a:t>Prototipo Alfa: Demo en Vivo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421</Words>
  <Application>Microsoft Office PowerPoint</Application>
  <PresentationFormat>Panorámica</PresentationFormat>
  <Paragraphs>51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DM Sans</vt:lpstr>
      <vt:lpstr>DM Sans Medium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Rivera</cp:lastModifiedBy>
  <cp:revision>1</cp:revision>
  <dcterms:created xsi:type="dcterms:W3CDTF">2013-01-27T09:14:16Z</dcterms:created>
  <dcterms:modified xsi:type="dcterms:W3CDTF">2026-08-24T23:03:52Z</dcterms:modified>
  <cp:category/>
</cp:coreProperties>
</file>